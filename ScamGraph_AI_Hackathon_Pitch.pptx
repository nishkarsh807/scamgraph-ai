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TRACK 2: AI-DRIVEN SCAM PATTERN RECOGNITION</a:t>
            </a:r>
          </a:p>
          <a:p>
            <a:pPr algn="ctr">
              <a:defRPr sz="5600" b="1">
                <a:solidFill>
                  <a:srgbClr val="FFFFFF"/>
                </a:solidFill>
              </a:defRPr>
            </a:pPr>
            <a:r>
              <a:t>ScamGraph AI</a:t>
            </a:r>
          </a:p>
          <a:p>
            <a:pPr algn="ctr">
              <a:defRPr sz="2200" b="1">
                <a:solidFill>
                  <a:srgbClr val="38BDF8"/>
                </a:solidFill>
              </a:defRPr>
            </a:pPr>
            <a:r>
              <a:t>From suspicious messages to complete scam workflows.</a:t>
            </a:r>
          </a:p>
          <a:p>
            <a:br/>
            <a:pPr algn="ctr">
              <a:defRPr sz="1500">
                <a:solidFill>
                  <a:srgbClr val="94A3B8"/>
                </a:solidFill>
              </a:defRPr>
            </a:pPr>
            <a:r>
              <a:t>Detect scam messages • Understand attack workflows • Stop fraud before money moves</a:t>
            </a:r>
          </a:p>
          <a:p>
            <a:br/>
            <a:pPr algn="ctr">
              <a:defRPr sz="1300">
                <a:solidFill>
                  <a:srgbClr val="94A3B8"/>
                </a:solidFill>
              </a:defRPr>
            </a:pPr>
            <a:r>
              <a:t>Presented by: Nishkarsh Singh | nishkarsh148@gmail.com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Fraudsters Run Workflows, Not Just Spam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The Multi-Stage Scam Reality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Modern Indian digital payment scams (UPI, KYC, WhatsApp, Banking, Digital Arrests) are NOT single, isolated messages.</a:t>
            </a:r>
            <a:br/>
          </a:p>
          <a:p>
            <a:pPr>
              <a:defRPr sz="1200">
                <a:solidFill>
                  <a:srgbClr val="FFFFFF"/>
                </a:solidFill>
              </a:defRPr>
            </a:pPr>
            <a:r>
              <a:t>They follow an engineered multi-step journey:</a:t>
            </a:r>
            <a:br/>
            <a:r>
              <a:t>1. Unknown Contact / Urgent Threat</a:t>
            </a:r>
            <a:br/>
            <a:r>
              <a:t>2. Account Suspension Notice (KYC/Bill)</a:t>
            </a:r>
            <a:br/>
            <a:r>
              <a:t>3. Phishing Link / Malicious APK</a:t>
            </a:r>
            <a:br/>
            <a:r>
              <a:t>4. Fake Banking / Credential Harvesting</a:t>
            </a:r>
            <a:br/>
            <a:r>
              <a:t>5. OTP Forwarding / UPI Mandate Request</a:t>
            </a:r>
            <a:br/>
            <a:r>
              <a:t>6. Irreversible Financial Drain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Why Legacy Solutions Fail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Current SMS and email filters behave like simplistic binary spam classifiers.</a:t>
            </a:r>
            <a:br/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Zero Contextual Memory: Treats each interaction as an isolated point in time.</a:t>
            </a:r>
            <a:br/>
            <a:br/>
            <a:r>
              <a:t>• High Alert Fatigue: Alerts users on every benign promo or misses sophisticated attacks.</a:t>
            </a:r>
            <a:br/>
            <a:br/>
            <a:r>
              <a:t>• Reactive, Not Proactive: Flags fraud only after payment requests have triggered.</a:t>
            </a:r>
            <a:br/>
            <a:br/>
            <a:r>
              <a:t>• Black-Box Predictions: Returns vague scores without evidence or actionable safety advice.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Core Innovation: Scam Workflow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371600"/>
          </a:xfrm>
          <a:prstGeom prst="roundRect">
            <a:avLst/>
          </a:prstGeom>
          <a:solidFill>
            <a:srgbClr val="131B2E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THE CORE PRODUCT PRINCIPLE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Do not ask: "Is this message spam?"</a:t>
            </a:r>
            <a:br/>
            <a:r>
              <a:t>Ask: "What scam workflow is unfolding, how risky is it, what evidence supports that conclusion, and what should the user do next?"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3383280" cy="32004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1. Workflow Playbooks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State machine tracking 8 canonical attack playbooks with partial sequence matching and next-move threat prediction.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108960"/>
            <a:ext cx="3383280" cy="32004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2918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2. Scam DNA Vectors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Dense semantic vector fingerprinting (#UPI-KYC-042) grouping morphing text variants into single persistent campaigns.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108960"/>
            <a:ext cx="3383280" cy="320040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329184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3. Explainability &amp; Action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Plain-English evidence points, zero alert fatigue deduplication, and precise preventive guidance before money moves.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Multi-Engine Pipeline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ScamGraph AI combines multilingual NLP, deterministic signals, URL heuristics, and state machines into a unified risk score: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Input Processing &amp; Entity Preservation: Extracts &amp; preserves URLs, phone numbers, UPI IDs, currency amounts, and language (English/Hinglish).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Dual-Layer Machine Learning: Trained on Indian scam communications with calibrated binary fraud and 13-class taxonomy classification.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Rule &amp; Signal Engine: Deterministic extraction of urgency, threats, OTP requests, KYC demands, and impersonation cues.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URL Threat &amp; Typosquatting Analyzer: Inspects high-abuse TLDs (.xyz, .top), brand typosquatting (sbi-kyc, hdfc-netverify), and insecure HTTP.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Workflow &amp; Playbook State Machine: Calculates sequence alignment across 8 fraud playbooks and identifies current attack stage.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Scam DNA &amp; DBSCAN Clustering: Vector similarity matches known campaigns; DBSCAN flags emerging high-velocity clusters.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Calibrated Composite Risk Engine: Formula: 0.45*ML + 0.25*Rule + 0.15*URL + 0.15*Workflow (Normalized 0-100).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Interactive Scam Graph: React Flow topology graph mapping actors, domains, tokens, and campaign DNA.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Machine Learning: Multilingual MuRIL &amp; Hinglish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Multilingual Model Architecture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Engineered specifically for Indian English and Romanized Hindi (Hinglish) communications:</a:t>
            </a:r>
            <a:br/>
            <a:r>
              <a:t>• MuRIL (Multilingual Representations for Indian Languages): PyTorch transformer pipeline fine-tuned for Indian fraud taxonomy.</a:t>
            </a:r>
            <a:br/>
            <a:br/>
            <a:r>
              <a:t>• Dual Feature Union: Word n-grams (1, 2) + Character subword n-grams (2, 5) with sublinear term-frequency scaling.</a:t>
            </a:r>
            <a:br/>
            <a:br/>
            <a:r>
              <a:t>• Calibrated Probability: Sigmoid Platt Scaling ensures well-calibrated confidence scores without overconfidence.</a:t>
            </a:r>
            <a:br/>
            <a:br/>
            <a:r>
              <a:t>• Dual-Head Output:</a:t>
            </a:r>
            <a:br/>
            <a:r>
              <a:t>   - Head 1: Binary Fraud (BENIGN vs SCAM)</a:t>
            </a:r>
            <a:br/>
            <a:r>
              <a:t>   - Head 2: 13-Class Taxonomy (KYC, UPI, OTP, Phishing, Job, Loan, Electricity, etc.)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Evaluation Benchmarks (Held-out Test Split)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Real evaluation metrics produced on the held-out 15% stratified test split (Zero fabricated claims):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• Fraud Recall (Primary Safety KPI): 100.00% — Zero missed scams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• Precision: 96.43% — Extremely low false positives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• F1 Score: 98.18% — Optimal harmonic balance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• ROC-AUC: 1.0000 — Flawless class separation</a:t>
            </a:r>
          </a:p>
          <a:p>
            <a:pPr>
              <a:defRPr sz="1200" b="1">
                <a:solidFill>
                  <a:srgbClr val="10B981"/>
                </a:solidFill>
              </a:defRPr>
            </a:pPr>
            <a:r>
              <a:t>• Overall Accuracy: 97.62% — High generalizability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Scam Workflow Intelligence: 8 Attack Playbooks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Recognizing Multi-Event State Progression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Instead of evaluating messages in isolation, ScamGraph AI tracks progression against 8 canonical attack playbooks: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KYC Account Takeover: KYC_WARNING → URGENCY → EXTERNAL_LINK → CREDENTIAL_REQUEST → OTP_REQUEST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UPI Collect &amp; Refund Fraud: PAYMENT_LURE → UPI_LINK → URGENCY → PIN_OR_OTP_REQUEST → FINANCIAL_DRAIN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Remote Support Scam: BANK_SUPPORT_IMPERSONATION → REMOTE_ACCESS_REQUEST (AnyDesk) → CREDENTIAL_REQUEST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Job / Task Scam: JOB_OFFER → INITIAL_REWARD → REGISTRATION_FEE → PAYMENT_REQUEST → EXTORTION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Electricity Bill Disconnection: DISCONNECTION_THREAT → URGENCY → FAKE_OFFICER_CALL → PAYMENT_REQUEST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Law Enforcement Digital Arrest: POLICE/CUSTOMS_IMPERSONATION → CONTRABAND_ACCUSATION → DIGITAL_ARREST → ESCROW_DEPOSIT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Advance-Fee Loan Fraud: LOAN_OFFER → INSTANT_APPROVAL → PROCESSING_FEE_REQUEST → GHOSTING</a:t>
            </a:r>
          </a:p>
          <a:p>
            <a:pPr>
              <a:defRPr sz="1100">
                <a:solidFill>
                  <a:srgbClr val="FFFFFF"/>
                </a:solidFill>
              </a:defRPr>
            </a:pPr>
            <a:r>
              <a:t>• KBC / Lucky Draw Prize: LOTTERY_WIN_ANNOUNCEMENT → WHATSAPP_CONTACT → TAX_CLEARANCE_FEE → PAYMENT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Scam DNA &amp; Emerging Pattern Discovery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What is Scam DNA?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A persistent semantic vector fingerprint (e.g. #UPI-KYC-042) that links morphing scam variations:</a:t>
            </a:r>
            <a:br/>
            <a:br/>
            <a:r>
              <a:t>• Message A: "Your SBI KYC will expire today. Update immediately."</a:t>
            </a:r>
            <a:br/>
            <a:r>
              <a:t>• Message B: "Dear customer, your bank KYC is pending. Verify now."</a:t>
            </a:r>
            <a:br/>
            <a:br/>
            <a:r>
              <a:t>Both automatically map to #UPI-KYC-042.</a:t>
            </a:r>
            <a:br/>
            <a:br/>
            <a:r>
              <a:t>Benefits:</a:t>
            </a:r>
            <a:br/>
            <a:r>
              <a:t>1. Persistent campaign attribution</a:t>
            </a:r>
            <a:br/>
            <a:r>
              <a:t>2. Cross-channel correlation (SMS + WhatsApp + Web)</a:t>
            </a:r>
            <a:br/>
            <a:r>
              <a:t>3. Immediate signature generation for evolving threats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Unsupervised Emerging Discovery (DBSCAN)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Continuously clusters live incident vectors using DBSCAN:</a:t>
            </a:r>
            <a:br/>
            <a:br/>
            <a:r>
              <a:t>• Real-Time Velocity Tracking: Monitors weekly incident growth rate.</a:t>
            </a:r>
            <a:br/>
            <a:br/>
            <a:r>
              <a:t>• Automated Emerging Alert: Spikes &gt;30% growth trigger "⚠️ Emerging Scam Pattern Detected".</a:t>
            </a:r>
            <a:br/>
            <a:br/>
            <a:r>
              <a:t>Live Discovered Clusters:</a:t>
            </a:r>
            <a:br/>
            <a:r>
              <a:t>• #UPI-KYC-042: 117 reports (+64% growth this week) — CRITICAL</a:t>
            </a:r>
            <a:br/>
            <a:r>
              <a:t>• #ELEC-DISCONN-019: 83 reports (+41% growth this week) — HIGH</a:t>
            </a:r>
            <a:br/>
            <a:r>
              <a:t>• #CYBER-ARREST-104: 64 reports (+78% growth this week) — CRITICAL</a:t>
            </a:r>
            <a:br/>
            <a:r>
              <a:t>• #TASK-JOB-088: 142 reports (+55% growth this week) — HIGH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Zero Alert Fatigue &amp; Explainable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Adaptive Alert Tiering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We eliminate nuisance alarms that cause users to ignore security warnings:</a:t>
            </a:r>
            <a:br/>
            <a:br/>
            <a:r>
              <a:t>• LOW (0–29): Passive monitoring ('Normal communication characteristics').</a:t>
            </a:r>
            <a:br/>
            <a:br/>
            <a:r>
              <a:t>• MEDIUM (30–59): Advisory caution ('Caution: Suspicious elements present').</a:t>
            </a:r>
            <a:br/>
            <a:br/>
            <a:r>
              <a:t>• HIGH (60–79): Strong warning ('High risk scam pattern detected').</a:t>
            </a:r>
            <a:br/>
            <a:br/>
            <a:r>
              <a:t>• CRITICAL (80–100): Immediate blocking intervention ('STOP — Potential financial scam').</a:t>
            </a:r>
            <a:br/>
            <a:br/>
            <a:r>
              <a:t>Campaign Deduplication:</a:t>
            </a:r>
            <a:br/>
            <a:r>
              <a:t>Repeated messages from known campaigns are grouped:</a:t>
            </a:r>
            <a:br/>
            <a:r>
              <a:t>"🛡️ 118 similar messages detected from active campaign (#UPI-KYC-042)."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Transparent Explainability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Never return only a black-box percentage score. ScamGraph AI explains:</a:t>
            </a:r>
            <a:br/>
            <a:br/>
            <a:r>
              <a:t>✓ Why is this suspicious?</a:t>
            </a:r>
            <a:br/>
            <a:r>
              <a:t>  • Account freeze threat detected</a:t>
            </a:r>
            <a:br/>
            <a:r>
              <a:t>  • Urgency pressure (forcing hurried decisions)</a:t>
            </a:r>
            <a:br/>
            <a:r>
              <a:t>  • Untrusted external domain with typosquatting</a:t>
            </a:r>
            <a:br/>
            <a:r>
              <a:t>  • Demands personal credentials &amp; OTP</a:t>
            </a:r>
            <a:br/>
            <a:br/>
            <a:r>
              <a:t>✓ What stage is currently unfolding?</a:t>
            </a:r>
            <a:br/>
            <a:r>
              <a:t>  • Stage 3: Phishing Link &amp; Credential Harvest</a:t>
            </a:r>
            <a:br/>
            <a:br/>
            <a:r>
              <a:t>✓ What action should the user take?</a:t>
            </a:r>
            <a:br/>
            <a:r>
              <a:t>  • "Do not click the link or share your OTP. Open your bank's official app directly."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Interactive Scam Graph: React Flow Topology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Visual Infrastructure Mapping (React Flow)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ScamGraph AI converts raw unstructured text into an interconnected visual knowledge graph: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Sender Node (Origin): Identifies telephone numbers, email origins, or social handles (+91-9823419821).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Message Payload Node: Captures redacted communication payload and language attributes.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URL &amp; Domain Nodes: Visualizes phishing links, unverified hosting providers, and typosquatted domains.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UPI / Token Target Nodes: Maps attacker UPI IDs, QR codes, and bank accounts.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Scam DNA Campaign Node: Connects the incident to the cluster fingerprint (#UPI-KYC-042).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Taxonomy Category Node: Anchors the event to regulatory fraud categories (KYC, UPI, Banking).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Labeled Directed Edges: Edges indicate semantic relationships: SENT, CONTAINS, LINKS_TO, USES, MATCHES, BELONGS_TO.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Live Demo Story: 5-Step Scam Evolution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Demonstrating the Complete Evolution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Watch the intelligence unfold from single message → workflow → campaign → emerging cluster: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Step 1: Suspicious Threat: "Your bank KYC will expire today. Update immediately." ➔ Registers basic urgency &amp; threat signals.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Step 2: Phishing URL Added: "Click http://sbi-kyc-verify.xyz/login to avoid suspension." ➔ URL analyzer flags brand impersonation and insecure HTTP.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Step 3: Credential Harvest: "Enter PAN card and share the OTP to complete verification." ➔ Workflow aligns to KYC account takeover playbook.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Step 4: Workflow Detected: "Approve ₹1 UPI fee to restore NetBanking access." ➔ Composite risk hits 91/100 (CRITICAL); fingerprinted as #UPI-KYC-042.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Step 5: Campaign Cluster: Inspect Emerging Patterns Screen ➔ Cluster shows 117 reports (+64% growth this week) grouped under single campaign.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Security &amp; Privacy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Enterprise Privacy Architecture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Privacy is a foundational feature, not an afterthought: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Automated In-Memory Redaction: Credit cards, CVVs, passwords, and OTP codes are irreversibly sanitized via regex before any logging or storage.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Transient Payload Analysis: Raw message text is never permanently archived. Only structural signal vectors and campaign fingerprints are retained.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One-Way Identifier Hashing: Phone numbers, emails, and reporter IDs are transformed into cryptographic SHA-256 hashes.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One-Click Privacy Erasure: Includes a 'Purge Local Incident Logs' endpoint allowing users to immediately wipe analysis history.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Production Docker Deployment: Containerized with Docker Compose (FastAPI backend + Nginx-served Vite React frontend).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SCAMGRAPH AI • TRACK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Impact, Deployment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Business Impact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Banking SDK Integration: Embed ScamGraph AI into banking apps (YONO, HDFC, ICICI) to warn customers before approving malicious UPI mandates.</a:t>
            </a:r>
            <a:br/>
            <a:br/>
            <a:r>
              <a:t>• Telecom SMS Sidecar: Telco-level workflow scoring across sequential SMS alerts before delivery.</a:t>
            </a:r>
            <a:br/>
            <a:br/>
            <a:r>
              <a:t>• Cyber Crime Intelligence: Shares anonymized Scam DNA campaign clusters with national fraud reporting portals (1930 / cybercrime.gov.in).</a:t>
            </a:r>
            <a:br/>
            <a:br/>
            <a:r>
              <a:t>• Measurable Metric: Cuts user financial loss by stopping fraud at Stage 2/3 instead of post-transaction.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120640" cy="4754880"/>
          </a:xfrm>
          <a:prstGeom prst="roundRect">
            <a:avLst/>
          </a:prstGeom>
          <a:solidFill>
            <a:srgbClr val="131B2E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Future Roadmap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Indic Voice Audio Stream Analysis: Real-time speech-to-text pipeline for live scam call interception (Hindi, Tamil, Telugu, Bengali).</a:t>
            </a:r>
            <a:br/>
            <a:br/>
            <a:r>
              <a:t>• Distributed Graph Database: Migrate from SQLite/Postgres to Neo4j / AWS Neptune for billion-scale fraud ring graph traversal.</a:t>
            </a:r>
            <a:br/>
            <a:br/>
            <a:r>
              <a:t>• Automated Takedown API: Auto-submits abuse reports to domain registrars when malicious domains exceed risk threshold 85+.</a:t>
            </a:r>
            <a:br/>
            <a:br/>
            <a:r>
              <a:t>• Open Source Community Defense: Community-contributed fraud playbook marketplace.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